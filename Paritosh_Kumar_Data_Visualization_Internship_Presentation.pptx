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2A4A"/>
                </a:solidFill>
              </a:defRPr>
            </a:pPr>
            <a:r>
              <a:t>Virtual Data Science Apprentice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F63A0"/>
                </a:solidFill>
              </a:defRPr>
            </a:pPr>
            <a:r>
              <a:t>Data Visualization Internship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Paritosh Kumar</a:t>
            </a:r>
            <a:br/>
            <a:r>
              <a:t>YuvaIntern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Organization: YuvaIntern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Role: Virtual Data Science Apprentice – Data Visualization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Focus: understanding and communicating data through visual representations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internship emphasized learning, dedication, professionalism and commitment.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About the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Exposure to the data-science workflow with a focus on data visualization.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Learning how data can be organized, analyzed and presented clearly.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Encouraged continuous learning and professional conduct.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Data Visualization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 typical workflow moves from raw data through cleaning and analysis to visual presentation.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Each stage helps transform information into an understandable 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75488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Data</a:t>
            </a:r>
          </a:p>
        </p:txBody>
      </p:sp>
      <p:sp>
        <p:nvSpPr>
          <p:cNvPr id="5" name="Down Arrow 4"/>
          <p:cNvSpPr/>
          <p:nvPr/>
        </p:nvSpPr>
        <p:spPr>
          <a:xfrm>
            <a:off x="9418320" y="1892808"/>
            <a:ext cx="411480" cy="228600"/>
          </a:xfrm>
          <a:prstGeom prst="downArrow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09560" y="2194560"/>
            <a:ext cx="3474720" cy="475488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Cleaning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9418320" y="2670048"/>
            <a:ext cx="411480" cy="228600"/>
          </a:xfrm>
          <a:prstGeom prst="downArrow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2971800"/>
            <a:ext cx="3474720" cy="475488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Analysis</a:t>
            </a:r>
          </a:p>
        </p:txBody>
      </p:sp>
      <p:sp>
        <p:nvSpPr>
          <p:cNvPr id="9" name="Down Arrow 8"/>
          <p:cNvSpPr/>
          <p:nvPr/>
        </p:nvSpPr>
        <p:spPr>
          <a:xfrm>
            <a:off x="9418320" y="3447288"/>
            <a:ext cx="411480" cy="228600"/>
          </a:xfrm>
          <a:prstGeom prst="downArrow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9560" y="3749039"/>
            <a:ext cx="3474720" cy="475488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Key Learning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Understanding the purpose of data visualization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Selecting suitable visual forms for different data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Presenting information clearly and logically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Developing a data-oriented problem-solving approach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Improving communication through visual storytelling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Example: Comparative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Bar charts are useful for comparing values across categories.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Good visualization should make differences and patterns easy to notice.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3977639"/>
            <a:ext cx="347472" cy="1280160"/>
          </a:xfrm>
          <a:prstGeom prst="rect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2971800"/>
            <a:ext cx="347472" cy="2286000"/>
          </a:xfrm>
          <a:prstGeom prst="rect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2331720"/>
            <a:ext cx="347472" cy="2926080"/>
          </a:xfrm>
          <a:prstGeom prst="rect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3429000"/>
            <a:ext cx="347472" cy="1828800"/>
          </a:xfrm>
          <a:prstGeom prst="rect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1783080"/>
            <a:ext cx="347472" cy="3474720"/>
          </a:xfrm>
          <a:prstGeom prst="rect">
            <a:avLst/>
          </a:prstGeom>
          <a:solidFill>
            <a:srgbClr val="2F63A0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138160" y="5257800"/>
            <a:ext cx="283464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138160" y="1508760"/>
            <a:ext cx="0" cy="374904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09560" y="539495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Illustrative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Professional Skills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Dedication and consistency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Professional communication and conduct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Willingness to learn and improve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Integrity and commitment to assigned work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Structured technical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Visualizing Proportions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Proportion-based charts can communicate how categories contribute to a whole.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Exact values should be supported by the underlying dataset.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2148840"/>
            <a:ext cx="2011680" cy="2011680"/>
          </a:xfrm>
          <a:prstGeom prst="ellipse">
            <a:avLst/>
          </a:prstGeom>
          <a:solidFill>
            <a:srgbClr val="EBF2F9"/>
          </a:solidFill>
          <a:ln w="152400"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2440" y="4617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4617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4617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617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Contribution &amp;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Contributed as part of the YuvaIntern internship program.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certificate notes that contributions were valued by the team.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experience strengthened practical understanding of data visualization and professional work habits.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Illustrative Visualization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 dashboard can combine multiple views of data in one place.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Different components can highlight KPIs, trends, tables and charts.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141732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1417320"/>
            <a:ext cx="141732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Trend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880360"/>
            <a:ext cx="141732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880360"/>
            <a:ext cx="141732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2F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Internship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Improved awareness of the data visualization process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Better understanding of visual communication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Greater confidence in structured technical presentation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Foundation for further learning in data science and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Conclusion &amp; Certificate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internship offered practical exposure to data visualization as part of data science.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experience emphasized learning, professionalism, dedication and commitment.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Certificate No.: YI/2026/200747/451176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Issued by: YuvaIntern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Date of Issue: October 07,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F63A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